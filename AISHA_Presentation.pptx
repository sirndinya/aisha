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AISHA: AI-Powered Industrial Attachment Matching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Revolutionizing Student Placements in Kenya</a:t>
            </a:r>
          </a:p>
          <a:p>
            <a:r>
              <a:t>Group Presentation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The Problem: 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Manual &amp; Paper-based: Time-consuming application processes.</a:t>
            </a:r>
          </a:p>
          <a:p>
            <a:pPr/>
            <a:r>
              <a:t>Limited Visibility: Students struggle to find relevant industry opportunities.</a:t>
            </a:r>
          </a:p>
          <a:p>
            <a:pPr/>
            <a:r>
              <a:t>Bias &amp; Corruption: Lack of transparency in placement selection.</a:t>
            </a:r>
          </a:p>
          <a:p>
            <a:pPr/>
            <a:r>
              <a:t>Skills Mismatch: Gap between academic learning and industry needs.</a:t>
            </a:r>
          </a:p>
          <a:p>
            <a:pPr/>
            <a:r>
              <a:t>Administrative Burden: Complex NITA/Insurance documentation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The Solution: AISHA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An intelligent, automated three-sided platform connecting:</a:t>
            </a:r>
          </a:p>
          <a:p>
            <a:pPr lvl="1"/>
            <a:r>
              <a:t>Students: Finding the perfect career start.</a:t>
            </a:r>
          </a:p>
          <a:p>
            <a:pPr lvl="1"/>
            <a:r>
              <a:t>Institutions: Centralized tracking and analytics.</a:t>
            </a:r>
          </a:p>
          <a:p>
            <a:pPr lvl="1"/>
            <a:r>
              <a:t>Companies: Automated screening and talent discovery.</a:t>
            </a:r>
          </a:p>
          <a:p>
            <a:pPr/>
            <a:r>
              <a:t>Key Pillars: Fairness, Transparency, and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Students: Register, receive AI matches, apply with one click.</a:t>
            </a:r>
          </a:p>
          <a:p>
            <a:pPr/>
            <a:r>
              <a:t>Educational Institutions: Manage data, track placements, generate reports.</a:t>
            </a:r>
          </a:p>
          <a:p>
            <a:pPr/>
            <a:r>
              <a:t>Companies: Post opportunities, filter matched candidates, manage departments.</a:t>
            </a:r>
          </a:p>
          <a:p>
            <a:pPr/>
            <a:r>
              <a:t>Regulatory Bodies (NITA): Digital form compliance and automated tracking.</a:t>
            </a:r>
          </a:p>
          <a:p>
            <a:pPr/>
            <a:r>
              <a:t>Platform Admins: System health and integration oversight.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Core Feature: AI Matching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Precision Matching Algorithm: Using Gradient Boosting (XGBoost).</a:t>
            </a:r>
          </a:p>
          <a:p>
            <a:pPr/>
            <a:r>
              <a:t>Fairness Constraints: Eliminating human bias in initial selection.</a:t>
            </a:r>
          </a:p>
          <a:p>
            <a:pPr/>
            <a:r>
              <a:t>90% Target Accuracy: Matching based on skills, GPA, location, and interests.</a:t>
            </a:r>
          </a:p>
          <a:p>
            <a:pPr/>
            <a:r>
              <a:t>Match Score Explanations: Transparent AI reasoning for students and companies.</a:t>
            </a:r>
          </a:p>
          <a:p>
            <a:pPr/>
            <a:r>
              <a:t>Real-time Updates: Dynamic matching as new opportunities arise.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Core Feature: Seamless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Document Auto-Gen: Application letters, NITA forms, and Insurance docs.</a:t>
            </a:r>
          </a:p>
          <a:p>
            <a:pPr/>
            <a:r>
              <a:t>Automated Notifications: Real-time SMS, Email, and In-App alerts.</a:t>
            </a:r>
          </a:p>
          <a:p>
            <a:pPr/>
            <a:r>
              <a:t>One-Click Applications: Reducing application time from hours to seconds.</a:t>
            </a:r>
          </a:p>
          <a:p>
            <a:pPr/>
            <a:r>
              <a:t>System Sync: Automated data exchange with institutional portals.</a:t>
            </a:r>
          </a:p>
          <a:p>
            <a:pPr/>
            <a:r>
              <a:t>Auto-Placement: Workflow automation from offer to acceptance.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Core Feature: Smart Learning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Skill Gap Analysis: Identifying missing skills based on rejection feedback.</a:t>
            </a:r>
          </a:p>
          <a:p>
            <a:pPr/>
            <a:r>
              <a:t>Personalized Recommendations: Curated courses from Coursera, Udemy, etc.</a:t>
            </a:r>
          </a:p>
          <a:p>
            <a:pPr/>
            <a:r>
              <a:t>Certification Guidance: Industry-recognized roadmap for Kenyan students.</a:t>
            </a:r>
          </a:p>
          <a:p>
            <a:pPr/>
            <a:r>
              <a:t>Continuous Improvement: Learning progress boosts matching scores.</a:t>
            </a:r>
          </a:p>
          <a:p>
            <a:pPr/>
            <a:r>
              <a:t>Career Focus: Bridging the gap between graduation and employment.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Microservices Architecture: Scalable, modular components.</a:t>
            </a:r>
          </a:p>
          <a:p>
            <a:pPr/>
            <a:r>
              <a:t>Layers:</a:t>
            </a:r>
          </a:p>
          <a:p>
            <a:pPr lvl="1"/>
            <a:r>
              <a:t>Presentation: React Web + Mobile PWA + Electron Desktop.</a:t>
            </a:r>
          </a:p>
          <a:p>
            <a:pPr lvl="1"/>
            <a:r>
              <a:t>API Gateway: Secure entry point with JWT Auth.</a:t>
            </a:r>
          </a:p>
          <a:p>
            <a:pPr lvl="1"/>
            <a:r>
              <a:t>AI Services: Python/FastAPI matching &amp; NLP engines.</a:t>
            </a:r>
          </a:p>
          <a:p>
            <a:pPr lvl="1"/>
            <a:r>
              <a:t>Data Layer: PostgreSQL, Redis, and File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AI Implementation: Local &amp; 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Local LLM Integration: Using Ollama (llama3) for chatbot and NLP.</a:t>
            </a:r>
          </a:p>
          <a:p>
            <a:pPr/>
            <a:r>
              <a:t>BERT-based NLP: Accurate intent classification for support.</a:t>
            </a:r>
          </a:p>
          <a:p>
            <a:pPr/>
            <a:r>
              <a:t>Privacy-First: Local AI processing means zero data leaks to external APIs.</a:t>
            </a:r>
          </a:p>
          <a:p>
            <a:pPr/>
            <a:r>
              <a:t>Vector Search: Pinecone/Weaviate for semantic recommendation lookup.</a:t>
            </a:r>
          </a:p>
          <a:p>
            <a:pPr/>
            <a:r>
              <a:t>Zero API Costs: No expensive token-based billing (OpenAI/Anthropic FREE).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Zero-Cost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Frontend: React 18, TypeScript, Tailwind CSS, Vite.</a:t>
            </a:r>
          </a:p>
          <a:p>
            <a:pPr/>
            <a:r>
              <a:t>Backend: Node.js (Express) &amp; Python (FastAPI).</a:t>
            </a:r>
          </a:p>
          <a:p>
            <a:pPr/>
            <a:r>
              <a:t>Database: PostgreSQL (Supabase Free Tier).</a:t>
            </a:r>
          </a:p>
          <a:p>
            <a:pPr/>
            <a:r>
              <a:t>Infrastructure: Docker, GitHub Actions, Vercel/Render.</a:t>
            </a:r>
          </a:p>
          <a:p>
            <a:pPr/>
            <a:r>
              <a:t>Compliance: Standard M-Pesa (Daraja) API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User Experience: Distinct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Isolated Login Gateways: Secure, role-specific entry points.</a:t>
            </a:r>
          </a:p>
          <a:p>
            <a:pPr/>
            <a:r>
              <a:t>Student Hub: Personalized dashboard with matching &amp; learning.</a:t>
            </a:r>
          </a:p>
          <a:p>
            <a:pPr/>
            <a:r>
              <a:t>Institution Dashboard: Real-time placement heatmaps and analytics.</a:t>
            </a:r>
          </a:p>
          <a:p>
            <a:pPr/>
            <a:r>
              <a:t>Company Portal: Departmental management and candidate filtering.</a:t>
            </a:r>
          </a:p>
          <a:p>
            <a:pPr/>
            <a:r>
              <a:t>Admin Console: Global system configuration and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M-Pesa, Payments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M-Pesa Integration: Automated stipend payments via Daraja API.</a:t>
            </a:r>
          </a:p>
          <a:p>
            <a:pPr/>
            <a:r>
              <a:t>End-to-End Encryption: TLS 1.3 and AES-256 data protection.</a:t>
            </a:r>
          </a:p>
          <a:p>
            <a:pPr/>
            <a:r>
              <a:t>Audit Trails: Full transparency for every action taken on the platform.</a:t>
            </a:r>
          </a:p>
          <a:p>
            <a:pPr/>
            <a:r>
              <a:t>Role-Based Access (RBAC): Strict permission-based data isolation.</a:t>
            </a:r>
          </a:p>
          <a:p>
            <a:pPr/>
            <a:r>
              <a:t>GDPR/Data Privacy: Secure handling of sensitive student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Phased 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Phase 1: Foundation – Infrastructure &amp; Core Portals (Month 1-2).</a:t>
            </a:r>
          </a:p>
          <a:p>
            <a:pPr/>
            <a:r>
              <a:t>Phase 2: Workflows – Application &amp; Document Automation (Month 3-4).</a:t>
            </a:r>
          </a:p>
          <a:p>
            <a:pPr/>
            <a:r>
              <a:t>Phase 3: AI Integration – Matching &amp; Learning Modules (Month 5-6).</a:t>
            </a:r>
          </a:p>
          <a:p>
            <a:pPr/>
            <a:r>
              <a:t>Phase 4: Advanced – NITA Integration &amp; Mobile App (Month 7-8).</a:t>
            </a:r>
          </a:p>
          <a:p>
            <a:pPr/>
            <a:r>
              <a:t>Phase 5: Launch – Testing, UAT, and Pilot (Month 9-10).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Success Metrics &amp; 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90%+ Placement Rate: Dramatically higher success for students.</a:t>
            </a:r>
          </a:p>
          <a:p>
            <a:pPr/>
            <a:r>
              <a:t>70% Admin Reduction: Freeing up institutional resources.</a:t>
            </a:r>
          </a:p>
          <a:p>
            <a:pPr/>
            <a:r>
              <a:t>60% Faster Screening: Efficiency gains for companies.</a:t>
            </a:r>
          </a:p>
          <a:p>
            <a:pPr/>
            <a:r>
              <a:t>99.9% System Uptime: Reliable infrastructure for critical processes.</a:t>
            </a:r>
          </a:p>
          <a:p>
            <a:pPr/>
            <a:r>
              <a:t>Transparency: 100% auditability, eliminating nepotism and bias.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AISHA is more than a portal—it's a career catalyst.</a:t>
            </a:r>
          </a:p>
          <a:p>
            <a:pPr/>
            <a:r>
              <a:t>Sustainable &amp; Free: Scalable model with zero API dependency.</a:t>
            </a:r>
          </a:p>
          <a:p>
            <a:pPr/>
            <a:r>
              <a:t>Transformative: Paving the way for digital industrial attachments.</a:t>
            </a:r>
          </a:p>
          <a:p>
            <a:pPr/>
            <a:r>
              <a:t>Future Expansion: Scaling to East Africa and beyond.</a:t>
            </a:r>
          </a:p>
          <a:p>
            <a:pPr/>
            <a:r>
              <a:t>Questions? 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